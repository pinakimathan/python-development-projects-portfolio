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7FADF-CDD6-4DB4-BBB8-90566F297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CF143-E6E9-4DE3-9FAD-CD435565E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BD62B-B576-4754-BDCD-341CBFD3E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7BB2-8DF8-42FE-8536-01F22F63F37D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6EA65-99A2-42EF-87CE-DA1DF0BE6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8FAF0-556B-4261-A314-C43AFEE8F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6C629-ADF2-405C-845E-B6FCEA0CD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69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BA867-F4FA-4FC2-9DD9-628A293EA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69464-9C78-4CAC-8FA7-D240759BB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DE580-D4B2-41D1-AF96-744E89D36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7BB2-8DF8-42FE-8536-01F22F63F37D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7AC2D-872A-4765-88F5-995A6698F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5A47C-792F-4D7C-83F3-3A104726F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6C629-ADF2-405C-845E-B6FCEA0CD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619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A1362-D297-41D3-AD82-863BEC8F4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A0739-1B50-48F2-A6CD-D7C9ED76E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11B01-2750-46AE-BD04-C5D84343B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7BB2-8DF8-42FE-8536-01F22F63F37D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D4625-456C-4E8F-BCA0-AB840E2EC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97CDA-3BEF-44C6-ACD2-0A88FCE5D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6C629-ADF2-405C-845E-B6FCEA0CD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126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61F8F-CCEB-4AA9-9B06-DFD3C0926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3DCF1-BEC8-47DF-A9FB-67F0868A6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024472-3ADD-495D-8F4F-77E584B9F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ED5D6-141D-4D3C-AF48-3641D3097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7BB2-8DF8-42FE-8536-01F22F63F37D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1E8EA4-2088-45F2-BDEB-5FCC374E2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6FDAA8-6625-4528-8B15-9CD8D14A7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6C629-ADF2-405C-845E-B6FCEA0CD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038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CA49B-E96C-4D8E-B282-56EDA9F08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73C65-207F-44B3-9BFF-B24CBDE7A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0AAA48-67CB-458C-8114-125DD8963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BE9309-F5E6-4C78-8E2B-FD1A801E65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2F6FBC-DBBA-4BF8-BDB0-5779F8B5A3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BA3932-00EC-48E8-A031-5B34E067F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7BB2-8DF8-42FE-8536-01F22F63F37D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0F4649-0867-4932-91E4-5381350BA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6C1E3-C9D7-4DA6-BED7-34017357E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6C629-ADF2-405C-845E-B6FCEA0CD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32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DBB46-D3BB-4837-A198-574276FE0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418A0-F373-4E7A-965A-E53633DE0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7BB2-8DF8-42FE-8536-01F22F63F37D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F15ED4-64D2-4213-A7BA-2FAA0CC71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3433BE-EDB5-4889-A32E-F672FAA71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6C629-ADF2-405C-845E-B6FCEA0CD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826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7F4CBE-906C-4272-8740-A93F2AE1F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7BB2-8DF8-42FE-8536-01F22F63F37D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BAF045-3AD2-40D6-A11F-D8699B37C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F72DC-6F16-4019-BF08-06822CD3A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6C629-ADF2-405C-845E-B6FCEA0CD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734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0A3E4-1776-453F-B013-12887433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88324-AABF-439C-B4BF-2B9CBB3F0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B422BE-BFBC-4D36-8751-ECF401ED9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CB173D-7B0B-4AB7-887C-D614CCE1F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7BB2-8DF8-42FE-8536-01F22F63F37D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F92231-DDE4-43E4-A920-9CD0B667D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D83695-C894-4D46-AE53-6DDC2252B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6C629-ADF2-405C-845E-B6FCEA0CD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524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71EEB-40C0-4B50-A359-82C0A3D8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67B7FD-1121-4EE2-8018-4DBAF59DA5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63F33B-E25A-433B-8326-892DBBE0A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0D0D7-94EF-4CB0-902E-C1DB070B1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7BB2-8DF8-42FE-8536-01F22F63F37D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05D8E-5CEA-4D11-8786-2C1494E2E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17906-A11E-43D2-B2BF-8652578C2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6C629-ADF2-405C-845E-B6FCEA0CD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370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BE91E-E2C4-4EC2-9BD7-574B06ECE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19FBBF-D0BF-4467-87F7-A0ED713DA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2E1BB-B657-44D4-9487-C78F3AE24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7BB2-8DF8-42FE-8536-01F22F63F37D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EF784-7E2B-4F36-A2E9-39F385FEB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C6DEC-669F-4CCA-AAA9-AEB807F98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6C629-ADF2-405C-845E-B6FCEA0CD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276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41A963-4CEC-4CC9-BAD4-AD786998A3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827814-3DC5-4756-ACF0-A4FDC3D38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8FD8C-F288-459F-BF1D-FC7A683DE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7BB2-8DF8-42FE-8536-01F22F63F37D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726E4-AF9F-438B-9322-960532BDC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A83C6-E79B-4EFF-B578-FAA0C338F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6C629-ADF2-405C-845E-B6FCEA0CD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914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99EDE9-0FC5-4B33-A1F0-D56B43522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6B8D-8816-44FE-A9C9-C6C2618E1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1889B-AABD-4204-B7CD-0EF5CC05C4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F7BB2-8DF8-42FE-8536-01F22F63F37D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3573D-1BBA-45ED-981B-5AFDFD0F49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95DCA-7B5D-4BD6-9817-C68605B212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66C629-ADF2-405C-845E-B6FCEA0CD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01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C75FBE-FC9A-4748-B270-DA5C2D961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883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5D30419-ACB3-4577-A1A1-365BBB7CAE7C}"/>
              </a:ext>
            </a:extLst>
          </p:cNvPr>
          <p:cNvSpPr/>
          <p:nvPr/>
        </p:nvSpPr>
        <p:spPr>
          <a:xfrm>
            <a:off x="2392008" y="6244258"/>
            <a:ext cx="8305895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0" cap="none" spc="0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Links:https://www.instagram.com/pinaki_shashishekhar_b_mathan/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460210-709A-4DBE-9DB3-15F1F4F66EA8}"/>
              </a:ext>
            </a:extLst>
          </p:cNvPr>
          <p:cNvSpPr/>
          <p:nvPr/>
        </p:nvSpPr>
        <p:spPr>
          <a:xfrm>
            <a:off x="2392008" y="5919350"/>
            <a:ext cx="8988055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0" cap="none" spc="0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Links: https://www.linkedin.com/in/pinaki-shashishekhar-mathan-b9231a214/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C21FA4-2E55-4190-84AC-D45676956B2B}"/>
              </a:ext>
            </a:extLst>
          </p:cNvPr>
          <p:cNvSpPr/>
          <p:nvPr/>
        </p:nvSpPr>
        <p:spPr>
          <a:xfrm>
            <a:off x="2365504" y="5586374"/>
            <a:ext cx="553619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Links: https://www.facebook.com/pinakimathan/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F2F64E-F8A6-4B47-8E23-A00184EC6045}"/>
              </a:ext>
            </a:extLst>
          </p:cNvPr>
          <p:cNvSpPr/>
          <p:nvPr/>
        </p:nvSpPr>
        <p:spPr>
          <a:xfrm>
            <a:off x="589713" y="2145800"/>
            <a:ext cx="347729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Degree: </a:t>
            </a:r>
            <a:r>
              <a:rPr lang="en-US" b="0" cap="none" spc="0" dirty="0" err="1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Btech</a:t>
            </a:r>
            <a:r>
              <a:rPr lang="en-US" b="0" cap="none" spc="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 (Hons) CSE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D0F773-D40C-4EBF-9FE1-D7714D849332}"/>
              </a:ext>
            </a:extLst>
          </p:cNvPr>
          <p:cNvSpPr/>
          <p:nvPr/>
        </p:nvSpPr>
        <p:spPr>
          <a:xfrm>
            <a:off x="589713" y="1748264"/>
            <a:ext cx="6333465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College: </a:t>
            </a:r>
            <a:r>
              <a:rPr lang="en-US" b="0" cap="none" spc="0" dirty="0" err="1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OmDayal</a:t>
            </a:r>
            <a:r>
              <a:rPr lang="en-US" b="0" cap="none" spc="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 Group of Institutions, </a:t>
            </a:r>
            <a:r>
              <a:rPr lang="en-US" b="0" cap="none" spc="0" dirty="0" err="1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Uluberia</a:t>
            </a:r>
            <a:endParaRPr lang="en-US" b="0" cap="none" spc="0" dirty="0">
              <a:ln w="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80AD59-D9C7-4A6D-A2FE-07D01151669E}"/>
              </a:ext>
            </a:extLst>
          </p:cNvPr>
          <p:cNvSpPr/>
          <p:nvPr/>
        </p:nvSpPr>
        <p:spPr>
          <a:xfrm>
            <a:off x="589713" y="1271626"/>
            <a:ext cx="633333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Name: Pinaki </a:t>
            </a:r>
            <a:r>
              <a:rPr lang="en-US" sz="2400" b="0" cap="none" spc="0" dirty="0" err="1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Shashishekhar</a:t>
            </a:r>
            <a:r>
              <a:rPr lang="en-US" sz="2400" b="0" cap="none" spc="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en-US" sz="2400" b="0" cap="none" spc="0" dirty="0" err="1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Mathan</a:t>
            </a:r>
            <a:endParaRPr lang="en-US" sz="2400" b="0" cap="none" spc="0" dirty="0">
              <a:ln w="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73E3D2-AB8A-6F1C-4FE5-6CB63560436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997" b="75857" l="9386" r="35439">
                        <a14:foregroundMark x1="21842" y1="30997" x2="21842" y2="30997"/>
                        <a14:foregroundMark x1="9386" y1="52025" x2="9386" y2="52025"/>
                        <a14:foregroundMark x1="23158" y1="75857" x2="23158" y2="75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680" t="26869" r="61348" b="19394"/>
          <a:stretch/>
        </p:blipFill>
        <p:spPr>
          <a:xfrm>
            <a:off x="8865704" y="1805783"/>
            <a:ext cx="3604592" cy="341198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A1CACC9-386F-23F2-5897-2D0134F13519}"/>
              </a:ext>
            </a:extLst>
          </p:cNvPr>
          <p:cNvSpPr/>
          <p:nvPr/>
        </p:nvSpPr>
        <p:spPr>
          <a:xfrm>
            <a:off x="7650550" y="547936"/>
            <a:ext cx="4680598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Python Development</a:t>
            </a:r>
          </a:p>
        </p:txBody>
      </p:sp>
    </p:spTree>
    <p:extLst>
      <p:ext uri="{BB962C8B-B14F-4D97-AF65-F5344CB8AC3E}">
        <p14:creationId xmlns:p14="http://schemas.microsoft.com/office/powerpoint/2010/main" val="3748540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188758-06A9-42CD-8F35-8FF2CFEA8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800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66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😃WE ARE FAMILY !!😃</dc:creator>
  <cp:lastModifiedBy>pinakimathan2023@gmail.com</cp:lastModifiedBy>
  <cp:revision>29</cp:revision>
  <dcterms:created xsi:type="dcterms:W3CDTF">2023-06-15T06:46:02Z</dcterms:created>
  <dcterms:modified xsi:type="dcterms:W3CDTF">2024-03-11T05:06:43Z</dcterms:modified>
</cp:coreProperties>
</file>